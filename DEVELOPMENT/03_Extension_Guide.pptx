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K_MERLINMEM</a:t>
            </a:r>
          </a:p>
          <a:p>
            <a:r>
              <a:t>Tier: TIER_4_INFERENCE_AGENTS</a:t>
            </a:r>
          </a:p>
          <a:p>
            <a:r>
              <a:t>Identity: Upstream mem0ai/mem0 @ 94c3fe9f238f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mem0ai/mem0 |</a:t>
            </a:r>
          </a:p>
          <a:p>
            <a:r>
              <a:t>| Commit | 94c3fe9f238f3dbf29c9ce98643bd71eb13077cd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34.63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K_MERLINMEM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