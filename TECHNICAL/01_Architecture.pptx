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01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K_MERLINMEM</a:t>
            </a:r>
          </a:p>
          <a:p>
            <a:r>
              <a:t>Tier: TIER_4_INFERENCE_AGENTS</a:t>
            </a:r>
          </a:p>
          <a:p>
            <a:r>
              <a:t>Identity: Upstream mem0ai/mem0 @ 94c3fe9f238f (Apache-2.0)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Architecture, provenance, and verification.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mem0ai/mem0 |</a:t>
            </a:r>
          </a:p>
          <a:p>
            <a:r>
              <a:t>| Commit | 94c3fe9f238f3dbf29c9ce98643bd71eb13077cd |</a:t>
            </a:r>
          </a:p>
          <a:p>
            <a:r>
              <a:t>| Upstream licence | Apache-2.0 |</a:t>
            </a:r>
          </a:p>
          <a:p>
            <a:r>
              <a:t>| Licence class | permissive |</a:t>
            </a:r>
          </a:p>
          <a:p>
            <a:r>
              <a:t>| Clone size | 34.63 MB |</a:t>
            </a:r>
          </a:p>
          <a:p>
            <a:r>
              <a:t>| Ledger | 0 blocks, chain verified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1000.0 IIU |</a:t>
            </a:r>
          </a:p>
          <a:p>
            <a:r>
              <a:t>| Verified upstream edits | 1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K_MERLINMEM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